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57" r:id="rId3"/>
    <p:sldId id="258" r:id="rId4"/>
    <p:sldId id="259" r:id="rId5"/>
    <p:sldId id="264" r:id="rId6"/>
    <p:sldId id="260" r:id="rId7"/>
    <p:sldId id="261" r:id="rId8"/>
    <p:sldId id="262"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0" d="100"/>
          <a:sy n="90" d="100"/>
        </p:scale>
        <p:origin x="57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ímdia">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hu-HU"/>
              <a:t>Mintacím szerkesztése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u-HU"/>
              <a:t>Kattintson ide az alcím mintájának szerkesztéséhez</a:t>
            </a:r>
            <a:endParaRPr lang="en-US" dirty="0"/>
          </a:p>
        </p:txBody>
      </p:sp>
      <p:sp>
        <p:nvSpPr>
          <p:cNvPr id="4" name="Date Placeholder 3"/>
          <p:cNvSpPr>
            <a:spLocks noGrp="1"/>
          </p:cNvSpPr>
          <p:nvPr>
            <p:ph type="dt" sz="half" idx="10"/>
          </p:nvPr>
        </p:nvSpPr>
        <p:spPr/>
        <p:txBody>
          <a:bodyPr/>
          <a:lstStyle/>
          <a:p>
            <a:fld id="{7A9F1192-88F1-4A84-B1DE-40B39580FAB6}" type="datetimeFigureOut">
              <a:rPr lang="hu-HU" smtClean="0"/>
              <a:t>2025. 12. 15.</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C63FCEA0-4108-497B-AA09-3DC0A5DF65C5}" type="slidenum">
              <a:rPr lang="hu-HU" smtClean="0"/>
              <a:t>‹#›</a:t>
            </a:fld>
            <a:endParaRPr lang="hu-HU"/>
          </a:p>
        </p:txBody>
      </p:sp>
    </p:spTree>
    <p:extLst>
      <p:ext uri="{BB962C8B-B14F-4D97-AF65-F5344CB8AC3E}">
        <p14:creationId xmlns:p14="http://schemas.microsoft.com/office/powerpoint/2010/main" val="1003636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hu-HU"/>
              <a:t>Mintacím szerkesztése</a:t>
            </a:r>
            <a:endParaRPr lang="en-US" dirty="0"/>
          </a:p>
        </p:txBody>
      </p:sp>
      <p:sp>
        <p:nvSpPr>
          <p:cNvPr id="3" name="Content Placeholder 2"/>
          <p:cNvSpPr>
            <a:spLocks noGrp="1"/>
          </p:cNvSpPr>
          <p:nvPr>
            <p:ph idx="1"/>
          </p:nvPr>
        </p:nvSpPr>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7A9F1192-88F1-4A84-B1DE-40B39580FAB6}" type="datetimeFigureOut">
              <a:rPr lang="hu-HU" smtClean="0"/>
              <a:t>2025. 12. 15.</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C63FCEA0-4108-497B-AA09-3DC0A5DF65C5}" type="slidenum">
              <a:rPr lang="hu-HU" smtClean="0"/>
              <a:t>‹#›</a:t>
            </a:fld>
            <a:endParaRPr lang="hu-HU"/>
          </a:p>
        </p:txBody>
      </p:sp>
    </p:spTree>
    <p:extLst>
      <p:ext uri="{BB962C8B-B14F-4D97-AF65-F5344CB8AC3E}">
        <p14:creationId xmlns:p14="http://schemas.microsoft.com/office/powerpoint/2010/main" val="2979340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hu-HU"/>
              <a:t>Mintacím szerkesztése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p:txBody>
          <a:bodyPr/>
          <a:lstStyle/>
          <a:p>
            <a:fld id="{7A9F1192-88F1-4A84-B1DE-40B39580FAB6}" type="datetimeFigureOut">
              <a:rPr lang="hu-HU" smtClean="0"/>
              <a:t>2025. 12. 15.</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C63FCEA0-4108-497B-AA09-3DC0A5DF65C5}" type="slidenum">
              <a:rPr lang="hu-HU" smtClean="0"/>
              <a:t>‹#›</a:t>
            </a:fld>
            <a:endParaRPr lang="hu-HU"/>
          </a:p>
        </p:txBody>
      </p:sp>
    </p:spTree>
    <p:extLst>
      <p:ext uri="{BB962C8B-B14F-4D97-AF65-F5344CB8AC3E}">
        <p14:creationId xmlns:p14="http://schemas.microsoft.com/office/powerpoint/2010/main" val="1739819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Date Placeholder 4"/>
          <p:cNvSpPr>
            <a:spLocks noGrp="1"/>
          </p:cNvSpPr>
          <p:nvPr>
            <p:ph type="dt" sz="half" idx="10"/>
          </p:nvPr>
        </p:nvSpPr>
        <p:spPr/>
        <p:txBody>
          <a:bodyPr/>
          <a:lstStyle/>
          <a:p>
            <a:fld id="{7A9F1192-88F1-4A84-B1DE-40B39580FAB6}" type="datetimeFigureOut">
              <a:rPr lang="hu-HU" smtClean="0"/>
              <a:t>2025. 12. 15.</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C63FCEA0-4108-497B-AA09-3DC0A5DF65C5}" type="slidenum">
              <a:rPr lang="hu-HU" smtClean="0"/>
              <a:t>‹#›</a:t>
            </a:fld>
            <a:endParaRPr lang="hu-HU"/>
          </a:p>
        </p:txBody>
      </p:sp>
    </p:spTree>
    <p:extLst>
      <p:ext uri="{BB962C8B-B14F-4D97-AF65-F5344CB8AC3E}">
        <p14:creationId xmlns:p14="http://schemas.microsoft.com/office/powerpoint/2010/main" val="21348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hu-HU"/>
              <a:t>Mintacím szerkesztése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7" name="Date Placeholder 6"/>
          <p:cNvSpPr>
            <a:spLocks noGrp="1"/>
          </p:cNvSpPr>
          <p:nvPr>
            <p:ph type="dt" sz="half" idx="10"/>
          </p:nvPr>
        </p:nvSpPr>
        <p:spPr/>
        <p:txBody>
          <a:bodyPr/>
          <a:lstStyle/>
          <a:p>
            <a:fld id="{7A9F1192-88F1-4A84-B1DE-40B39580FAB6}" type="datetimeFigureOut">
              <a:rPr lang="hu-HU" smtClean="0"/>
              <a:t>2025. 12. 15.</a:t>
            </a:fld>
            <a:endParaRPr lang="hu-HU"/>
          </a:p>
        </p:txBody>
      </p:sp>
      <p:sp>
        <p:nvSpPr>
          <p:cNvPr id="8" name="Footer Placeholder 7"/>
          <p:cNvSpPr>
            <a:spLocks noGrp="1"/>
          </p:cNvSpPr>
          <p:nvPr>
            <p:ph type="ftr" sz="quarter" idx="11"/>
          </p:nvPr>
        </p:nvSpPr>
        <p:spPr/>
        <p:txBody>
          <a:bodyPr/>
          <a:lstStyle/>
          <a:p>
            <a:endParaRPr lang="hu-HU"/>
          </a:p>
        </p:txBody>
      </p:sp>
      <p:sp>
        <p:nvSpPr>
          <p:cNvPr id="9" name="Slide Number Placeholder 8"/>
          <p:cNvSpPr>
            <a:spLocks noGrp="1"/>
          </p:cNvSpPr>
          <p:nvPr>
            <p:ph type="sldNum" sz="quarter" idx="12"/>
          </p:nvPr>
        </p:nvSpPr>
        <p:spPr/>
        <p:txBody>
          <a:bodyPr/>
          <a:lstStyle/>
          <a:p>
            <a:fld id="{C63FCEA0-4108-497B-AA09-3DC0A5DF65C5}" type="slidenum">
              <a:rPr lang="hu-HU" smtClean="0"/>
              <a:t>‹#›</a:t>
            </a:fld>
            <a:endParaRPr lang="hu-HU"/>
          </a:p>
        </p:txBody>
      </p:sp>
    </p:spTree>
    <p:extLst>
      <p:ext uri="{BB962C8B-B14F-4D97-AF65-F5344CB8AC3E}">
        <p14:creationId xmlns:p14="http://schemas.microsoft.com/office/powerpoint/2010/main" val="3304740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hu-HU"/>
              <a:t>Mintacím szerkesztése</a:t>
            </a:r>
            <a:endParaRPr lang="en-US" dirty="0"/>
          </a:p>
        </p:txBody>
      </p:sp>
      <p:sp>
        <p:nvSpPr>
          <p:cNvPr id="3" name="Date Placeholder 2"/>
          <p:cNvSpPr>
            <a:spLocks noGrp="1"/>
          </p:cNvSpPr>
          <p:nvPr>
            <p:ph type="dt" sz="half" idx="10"/>
          </p:nvPr>
        </p:nvSpPr>
        <p:spPr/>
        <p:txBody>
          <a:bodyPr/>
          <a:lstStyle/>
          <a:p>
            <a:fld id="{7A9F1192-88F1-4A84-B1DE-40B39580FAB6}" type="datetimeFigureOut">
              <a:rPr lang="hu-HU" smtClean="0"/>
              <a:t>2025. 12. 15.</a:t>
            </a:fld>
            <a:endParaRPr lang="hu-HU"/>
          </a:p>
        </p:txBody>
      </p:sp>
      <p:sp>
        <p:nvSpPr>
          <p:cNvPr id="4" name="Footer Placeholder 3"/>
          <p:cNvSpPr>
            <a:spLocks noGrp="1"/>
          </p:cNvSpPr>
          <p:nvPr>
            <p:ph type="ftr" sz="quarter" idx="11"/>
          </p:nvPr>
        </p:nvSpPr>
        <p:spPr/>
        <p:txBody>
          <a:bodyPr/>
          <a:lstStyle/>
          <a:p>
            <a:endParaRPr lang="hu-HU"/>
          </a:p>
        </p:txBody>
      </p:sp>
      <p:sp>
        <p:nvSpPr>
          <p:cNvPr id="5" name="Slide Number Placeholder 4"/>
          <p:cNvSpPr>
            <a:spLocks noGrp="1"/>
          </p:cNvSpPr>
          <p:nvPr>
            <p:ph type="sldNum" sz="quarter" idx="12"/>
          </p:nvPr>
        </p:nvSpPr>
        <p:spPr/>
        <p:txBody>
          <a:bodyPr/>
          <a:lstStyle/>
          <a:p>
            <a:fld id="{C63FCEA0-4108-497B-AA09-3DC0A5DF65C5}" type="slidenum">
              <a:rPr lang="hu-HU" smtClean="0"/>
              <a:t>‹#›</a:t>
            </a:fld>
            <a:endParaRPr lang="hu-HU"/>
          </a:p>
        </p:txBody>
      </p:sp>
    </p:spTree>
    <p:extLst>
      <p:ext uri="{BB962C8B-B14F-4D97-AF65-F5344CB8AC3E}">
        <p14:creationId xmlns:p14="http://schemas.microsoft.com/office/powerpoint/2010/main" val="2187106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9F1192-88F1-4A84-B1DE-40B39580FAB6}" type="datetimeFigureOut">
              <a:rPr lang="hu-HU" smtClean="0"/>
              <a:t>2025. 12. 15.</a:t>
            </a:fld>
            <a:endParaRPr lang="hu-HU"/>
          </a:p>
        </p:txBody>
      </p:sp>
      <p:sp>
        <p:nvSpPr>
          <p:cNvPr id="3" name="Footer Placeholder 2"/>
          <p:cNvSpPr>
            <a:spLocks noGrp="1"/>
          </p:cNvSpPr>
          <p:nvPr>
            <p:ph type="ftr" sz="quarter" idx="11"/>
          </p:nvPr>
        </p:nvSpPr>
        <p:spPr/>
        <p:txBody>
          <a:bodyPr/>
          <a:lstStyle/>
          <a:p>
            <a:endParaRPr lang="hu-HU"/>
          </a:p>
        </p:txBody>
      </p:sp>
      <p:sp>
        <p:nvSpPr>
          <p:cNvPr id="4" name="Slide Number Placeholder 3"/>
          <p:cNvSpPr>
            <a:spLocks noGrp="1"/>
          </p:cNvSpPr>
          <p:nvPr>
            <p:ph type="sldNum" sz="quarter" idx="12"/>
          </p:nvPr>
        </p:nvSpPr>
        <p:spPr/>
        <p:txBody>
          <a:bodyPr/>
          <a:lstStyle/>
          <a:p>
            <a:fld id="{C63FCEA0-4108-497B-AA09-3DC0A5DF65C5}" type="slidenum">
              <a:rPr lang="hu-HU" smtClean="0"/>
              <a:t>‹#›</a:t>
            </a:fld>
            <a:endParaRPr lang="hu-HU"/>
          </a:p>
        </p:txBody>
      </p:sp>
    </p:spTree>
    <p:extLst>
      <p:ext uri="{BB962C8B-B14F-4D97-AF65-F5344CB8AC3E}">
        <p14:creationId xmlns:p14="http://schemas.microsoft.com/office/powerpoint/2010/main" val="3947290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hu-HU"/>
              <a:t>Mintacím szerkesztése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7A9F1192-88F1-4A84-B1DE-40B39580FAB6}" type="datetimeFigureOut">
              <a:rPr lang="hu-HU" smtClean="0"/>
              <a:t>2025. 12. 15.</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C63FCEA0-4108-497B-AA09-3DC0A5DF65C5}" type="slidenum">
              <a:rPr lang="hu-HU" smtClean="0"/>
              <a:t>‹#›</a:t>
            </a:fld>
            <a:endParaRPr lang="hu-HU"/>
          </a:p>
        </p:txBody>
      </p:sp>
    </p:spTree>
    <p:extLst>
      <p:ext uri="{BB962C8B-B14F-4D97-AF65-F5344CB8AC3E}">
        <p14:creationId xmlns:p14="http://schemas.microsoft.com/office/powerpoint/2010/main" val="1869249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hu-HU"/>
              <a:t>Mintacím szerkesztése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Date Placeholder 4"/>
          <p:cNvSpPr>
            <a:spLocks noGrp="1"/>
          </p:cNvSpPr>
          <p:nvPr>
            <p:ph type="dt" sz="half" idx="10"/>
          </p:nvPr>
        </p:nvSpPr>
        <p:spPr/>
        <p:txBody>
          <a:bodyPr/>
          <a:lstStyle/>
          <a:p>
            <a:fld id="{7A9F1192-88F1-4A84-B1DE-40B39580FAB6}" type="datetimeFigureOut">
              <a:rPr lang="hu-HU" smtClean="0"/>
              <a:t>2025. 12. 15.</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C63FCEA0-4108-497B-AA09-3DC0A5DF65C5}" type="slidenum">
              <a:rPr lang="hu-HU" smtClean="0"/>
              <a:t>‹#›</a:t>
            </a:fld>
            <a:endParaRPr lang="hu-HU"/>
          </a:p>
        </p:txBody>
      </p:sp>
    </p:spTree>
    <p:extLst>
      <p:ext uri="{BB962C8B-B14F-4D97-AF65-F5344CB8AC3E}">
        <p14:creationId xmlns:p14="http://schemas.microsoft.com/office/powerpoint/2010/main" val="155056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ím és képaláírás">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hu-HU"/>
              <a:t>Mintacím szerkesztése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p:txBody>
          <a:bodyPr/>
          <a:lstStyle/>
          <a:p>
            <a:fld id="{7A9F1192-88F1-4A84-B1DE-40B39580FAB6}" type="datetimeFigureOut">
              <a:rPr lang="hu-HU" smtClean="0"/>
              <a:t>2025. 12. 15.</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C63FCEA0-4108-497B-AA09-3DC0A5DF65C5}" type="slidenum">
              <a:rPr lang="hu-HU" smtClean="0"/>
              <a:t>‹#›</a:t>
            </a:fld>
            <a:endParaRPr lang="hu-HU"/>
          </a:p>
        </p:txBody>
      </p:sp>
    </p:spTree>
    <p:extLst>
      <p:ext uri="{BB962C8B-B14F-4D97-AF65-F5344CB8AC3E}">
        <p14:creationId xmlns:p14="http://schemas.microsoft.com/office/powerpoint/2010/main" val="1954415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Idézet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hu-HU"/>
              <a:t>Mintacím szerkesztése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u-HU"/>
              <a:t>Mintaszöveg szerkesztése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p:txBody>
          <a:bodyPr/>
          <a:lstStyle/>
          <a:p>
            <a:fld id="{7A9F1192-88F1-4A84-B1DE-40B39580FAB6}" type="datetimeFigureOut">
              <a:rPr lang="hu-HU" smtClean="0"/>
              <a:t>2025. 12. 15.</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C63FCEA0-4108-497B-AA09-3DC0A5DF65C5}" type="slidenum">
              <a:rPr lang="hu-HU" smtClean="0"/>
              <a:t>‹#›</a:t>
            </a:fld>
            <a:endParaRPr lang="hu-HU"/>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5733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évkártya">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hu-HU"/>
              <a:t>Mintacím szerkesztése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p:txBody>
          <a:bodyPr/>
          <a:lstStyle/>
          <a:p>
            <a:fld id="{7A9F1192-88F1-4A84-B1DE-40B39580FAB6}" type="datetimeFigureOut">
              <a:rPr lang="hu-HU" smtClean="0"/>
              <a:t>2025. 12. 15.</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C63FCEA0-4108-497B-AA09-3DC0A5DF65C5}" type="slidenum">
              <a:rPr lang="hu-HU" smtClean="0"/>
              <a:t>‹#›</a:t>
            </a:fld>
            <a:endParaRPr lang="hu-HU"/>
          </a:p>
        </p:txBody>
      </p:sp>
    </p:spTree>
    <p:extLst>
      <p:ext uri="{BB962C8B-B14F-4D97-AF65-F5344CB8AC3E}">
        <p14:creationId xmlns:p14="http://schemas.microsoft.com/office/powerpoint/2010/main" val="6902211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évkártya idézettel">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hu-HU"/>
              <a:t>Mintacím szerkesztése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u-HU"/>
              <a:t>Mintaszöveg szerkesztése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p:txBody>
          <a:bodyPr/>
          <a:lstStyle/>
          <a:p>
            <a:fld id="{7A9F1192-88F1-4A84-B1DE-40B39580FAB6}" type="datetimeFigureOut">
              <a:rPr lang="hu-HU" smtClean="0"/>
              <a:t>2025. 12. 15.</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C63FCEA0-4108-497B-AA09-3DC0A5DF65C5}" type="slidenum">
              <a:rPr lang="hu-HU" smtClean="0"/>
              <a:t>‹#›</a:t>
            </a:fld>
            <a:endParaRPr lang="hu-HU"/>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298938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Igaz vagy hamis">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hu-HU"/>
              <a:t>Mintacím szerkesztése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u-HU"/>
              <a:t>Mintaszöveg szerkesztése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p:txBody>
          <a:bodyPr/>
          <a:lstStyle/>
          <a:p>
            <a:fld id="{7A9F1192-88F1-4A84-B1DE-40B39580FAB6}" type="datetimeFigureOut">
              <a:rPr lang="hu-HU" smtClean="0"/>
              <a:t>2025. 12. 15.</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C63FCEA0-4108-497B-AA09-3DC0A5DF65C5}" type="slidenum">
              <a:rPr lang="hu-HU" smtClean="0"/>
              <a:t>‹#›</a:t>
            </a:fld>
            <a:endParaRPr lang="hu-HU"/>
          </a:p>
        </p:txBody>
      </p:sp>
    </p:spTree>
    <p:extLst>
      <p:ext uri="{BB962C8B-B14F-4D97-AF65-F5344CB8AC3E}">
        <p14:creationId xmlns:p14="http://schemas.microsoft.com/office/powerpoint/2010/main" val="1299906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Vertical Text Placeholder 2"/>
          <p:cNvSpPr>
            <a:spLocks noGrp="1"/>
          </p:cNvSpPr>
          <p:nvPr>
            <p:ph type="body" orient="vert" idx="1"/>
          </p:nvPr>
        </p:nvSpPr>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7A9F1192-88F1-4A84-B1DE-40B39580FAB6}" type="datetimeFigureOut">
              <a:rPr lang="hu-HU" smtClean="0"/>
              <a:t>2025. 12. 15.</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C63FCEA0-4108-497B-AA09-3DC0A5DF65C5}" type="slidenum">
              <a:rPr lang="hu-HU" smtClean="0"/>
              <a:t>‹#›</a:t>
            </a:fld>
            <a:endParaRPr lang="hu-HU"/>
          </a:p>
        </p:txBody>
      </p:sp>
    </p:spTree>
    <p:extLst>
      <p:ext uri="{BB962C8B-B14F-4D97-AF65-F5344CB8AC3E}">
        <p14:creationId xmlns:p14="http://schemas.microsoft.com/office/powerpoint/2010/main" val="22116191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hu-HU"/>
              <a:t>Mintacím szerkesztése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7A9F1192-88F1-4A84-B1DE-40B39580FAB6}" type="datetimeFigureOut">
              <a:rPr lang="hu-HU" smtClean="0"/>
              <a:t>2025. 12. 15.</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C63FCEA0-4108-497B-AA09-3DC0A5DF65C5}" type="slidenum">
              <a:rPr lang="hu-HU" smtClean="0"/>
              <a:t>‹#›</a:t>
            </a:fld>
            <a:endParaRPr lang="hu-HU"/>
          </a:p>
        </p:txBody>
      </p:sp>
    </p:spTree>
    <p:extLst>
      <p:ext uri="{BB962C8B-B14F-4D97-AF65-F5344CB8AC3E}">
        <p14:creationId xmlns:p14="http://schemas.microsoft.com/office/powerpoint/2010/main" val="1122586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hu-HU"/>
              <a:t>Mintacím szerkesztése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A9F1192-88F1-4A84-B1DE-40B39580FAB6}" type="datetimeFigureOut">
              <a:rPr lang="hu-HU" smtClean="0"/>
              <a:t>2025. 12. 15.</a:t>
            </a:fld>
            <a:endParaRPr lang="hu-HU"/>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hu-HU"/>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63FCEA0-4108-497B-AA09-3DC0A5DF65C5}" type="slidenum">
              <a:rPr lang="hu-HU" smtClean="0"/>
              <a:t>‹#›</a:t>
            </a:fld>
            <a:endParaRPr lang="hu-HU"/>
          </a:p>
        </p:txBody>
      </p:sp>
    </p:spTree>
    <p:extLst>
      <p:ext uri="{BB962C8B-B14F-4D97-AF65-F5344CB8AC3E}">
        <p14:creationId xmlns:p14="http://schemas.microsoft.com/office/powerpoint/2010/main" val="3567754578"/>
      </p:ext>
    </p:extLst>
  </p:cSld>
  <p:clrMap bg1="dk1" tx1="lt1" bg2="dk2" tx2="lt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08FCEF8F-0FB5-48C5-9FB2-12B720C1C292}"/>
              </a:ext>
            </a:extLst>
          </p:cNvPr>
          <p:cNvSpPr>
            <a:spLocks noGrp="1"/>
          </p:cNvSpPr>
          <p:nvPr>
            <p:ph type="ctrTitle"/>
          </p:nvPr>
        </p:nvSpPr>
        <p:spPr/>
        <p:txBody>
          <a:bodyPr/>
          <a:lstStyle/>
          <a:p>
            <a:r>
              <a:rPr lang="hu-HU" dirty="0"/>
              <a:t>Kapcsolati Alkalmazás</a:t>
            </a:r>
          </a:p>
        </p:txBody>
      </p:sp>
      <p:sp>
        <p:nvSpPr>
          <p:cNvPr id="3" name="Alcím 2">
            <a:extLst>
              <a:ext uri="{FF2B5EF4-FFF2-40B4-BE49-F238E27FC236}">
                <a16:creationId xmlns:a16="http://schemas.microsoft.com/office/drawing/2014/main" id="{F15C95B6-9397-4156-B831-BF64D8FD645A}"/>
              </a:ext>
            </a:extLst>
          </p:cNvPr>
          <p:cNvSpPr>
            <a:spLocks noGrp="1"/>
          </p:cNvSpPr>
          <p:nvPr>
            <p:ph type="subTitle" idx="1"/>
          </p:nvPr>
        </p:nvSpPr>
        <p:spPr/>
        <p:txBody>
          <a:bodyPr/>
          <a:lstStyle/>
          <a:p>
            <a:pPr algn="r"/>
            <a:r>
              <a:rPr lang="hu-HU" dirty="0"/>
              <a:t>Figura Péter, Papp Ádám</a:t>
            </a:r>
          </a:p>
        </p:txBody>
      </p:sp>
    </p:spTree>
    <p:extLst>
      <p:ext uri="{BB962C8B-B14F-4D97-AF65-F5344CB8AC3E}">
        <p14:creationId xmlns:p14="http://schemas.microsoft.com/office/powerpoint/2010/main" val="950922343"/>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D8568373-96AA-4FBF-87A4-379B1C023DBC}"/>
              </a:ext>
            </a:extLst>
          </p:cNvPr>
          <p:cNvSpPr>
            <a:spLocks noGrp="1"/>
          </p:cNvSpPr>
          <p:nvPr>
            <p:ph type="title"/>
          </p:nvPr>
        </p:nvSpPr>
        <p:spPr/>
        <p:txBody>
          <a:bodyPr/>
          <a:lstStyle/>
          <a:p>
            <a:r>
              <a:rPr lang="hu-HU" dirty="0"/>
              <a:t>Témák</a:t>
            </a:r>
          </a:p>
        </p:txBody>
      </p:sp>
      <p:sp>
        <p:nvSpPr>
          <p:cNvPr id="3" name="Tartalom helye 2">
            <a:extLst>
              <a:ext uri="{FF2B5EF4-FFF2-40B4-BE49-F238E27FC236}">
                <a16:creationId xmlns:a16="http://schemas.microsoft.com/office/drawing/2014/main" id="{74B36E9B-0D0A-40F1-BB4E-E61479EC0BF4}"/>
              </a:ext>
            </a:extLst>
          </p:cNvPr>
          <p:cNvSpPr>
            <a:spLocks noGrp="1"/>
          </p:cNvSpPr>
          <p:nvPr>
            <p:ph idx="1"/>
          </p:nvPr>
        </p:nvSpPr>
        <p:spPr/>
        <p:txBody>
          <a:bodyPr/>
          <a:lstStyle/>
          <a:p>
            <a:r>
              <a:rPr lang="hu-HU" dirty="0"/>
              <a:t>Mi is a szoftver</a:t>
            </a:r>
          </a:p>
          <a:p>
            <a:r>
              <a:rPr lang="hu-HU" dirty="0"/>
              <a:t>Hogyan működik?</a:t>
            </a:r>
          </a:p>
          <a:p>
            <a:r>
              <a:rPr lang="hu-HU" dirty="0"/>
              <a:t>Miért ezt hoztuk létre?</a:t>
            </a:r>
          </a:p>
          <a:p>
            <a:r>
              <a:rPr lang="hu-HU" dirty="0"/>
              <a:t>Bővebb kifejtés</a:t>
            </a:r>
          </a:p>
          <a:p>
            <a:r>
              <a:rPr lang="hu-HU" dirty="0"/>
              <a:t>Befejezés</a:t>
            </a:r>
          </a:p>
        </p:txBody>
      </p:sp>
    </p:spTree>
    <p:extLst>
      <p:ext uri="{BB962C8B-B14F-4D97-AF65-F5344CB8AC3E}">
        <p14:creationId xmlns:p14="http://schemas.microsoft.com/office/powerpoint/2010/main" val="3061580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FED6013F-8975-44E3-B9AC-7E3376F16042}"/>
              </a:ext>
            </a:extLst>
          </p:cNvPr>
          <p:cNvSpPr>
            <a:spLocks noGrp="1"/>
          </p:cNvSpPr>
          <p:nvPr>
            <p:ph type="title"/>
          </p:nvPr>
        </p:nvSpPr>
        <p:spPr/>
        <p:txBody>
          <a:bodyPr/>
          <a:lstStyle/>
          <a:p>
            <a:r>
              <a:rPr lang="hu-HU" dirty="0"/>
              <a:t>Mi is a szoftver?</a:t>
            </a:r>
          </a:p>
        </p:txBody>
      </p:sp>
      <p:sp>
        <p:nvSpPr>
          <p:cNvPr id="3" name="Tartalom helye 2">
            <a:extLst>
              <a:ext uri="{FF2B5EF4-FFF2-40B4-BE49-F238E27FC236}">
                <a16:creationId xmlns:a16="http://schemas.microsoft.com/office/drawing/2014/main" id="{C9BE5446-C0AF-4540-BF06-4D676707081F}"/>
              </a:ext>
            </a:extLst>
          </p:cNvPr>
          <p:cNvSpPr>
            <a:spLocks noGrp="1"/>
          </p:cNvSpPr>
          <p:nvPr>
            <p:ph idx="1"/>
          </p:nvPr>
        </p:nvSpPr>
        <p:spPr/>
        <p:txBody>
          <a:bodyPr/>
          <a:lstStyle/>
          <a:p>
            <a:r>
              <a:rPr lang="hu-HU" dirty="0"/>
              <a:t>A szoftver egy Androidos alapú névjegyzék le butított változata. A program célja alap bevitel majd módosítások parancsban GUI felültén.</a:t>
            </a:r>
          </a:p>
          <a:p>
            <a:r>
              <a:rPr lang="hu-HU" dirty="0"/>
              <a:t>Az ötlet pontosan 2025.12.05 kor </a:t>
            </a:r>
            <a:r>
              <a:rPr lang="hu-HU" dirty="0" err="1"/>
              <a:t>jott</a:t>
            </a:r>
            <a:r>
              <a:rPr lang="hu-HU" dirty="0"/>
              <a:t> ki amikor egy régi okostelefont hoztam helyre és ennek láttunk neki.</a:t>
            </a:r>
          </a:p>
        </p:txBody>
      </p:sp>
    </p:spTree>
    <p:extLst>
      <p:ext uri="{BB962C8B-B14F-4D97-AF65-F5344CB8AC3E}">
        <p14:creationId xmlns:p14="http://schemas.microsoft.com/office/powerpoint/2010/main" val="31302158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68B4123C-4485-41B5-B759-39083B931397}"/>
              </a:ext>
            </a:extLst>
          </p:cNvPr>
          <p:cNvSpPr>
            <a:spLocks noGrp="1"/>
          </p:cNvSpPr>
          <p:nvPr>
            <p:ph type="title"/>
          </p:nvPr>
        </p:nvSpPr>
        <p:spPr/>
        <p:txBody>
          <a:bodyPr/>
          <a:lstStyle/>
          <a:p>
            <a:r>
              <a:rPr lang="hu-HU" dirty="0"/>
              <a:t>Hogyan működik?</a:t>
            </a:r>
          </a:p>
        </p:txBody>
      </p:sp>
      <p:sp>
        <p:nvSpPr>
          <p:cNvPr id="3" name="Tartalom helye 2">
            <a:extLst>
              <a:ext uri="{FF2B5EF4-FFF2-40B4-BE49-F238E27FC236}">
                <a16:creationId xmlns:a16="http://schemas.microsoft.com/office/drawing/2014/main" id="{A76D6BB9-6C16-4941-BE2A-6A0E2B4145E2}"/>
              </a:ext>
            </a:extLst>
          </p:cNvPr>
          <p:cNvSpPr>
            <a:spLocks noGrp="1"/>
          </p:cNvSpPr>
          <p:nvPr>
            <p:ph idx="1"/>
          </p:nvPr>
        </p:nvSpPr>
        <p:spPr/>
        <p:txBody>
          <a:bodyPr/>
          <a:lstStyle/>
          <a:p>
            <a:r>
              <a:rPr lang="hu-HU" dirty="0"/>
              <a:t>A program net-8.0 Visual Studio 2022-ben íródott dec 6 an délután13.00 kor. A program lényege amikor elindul egy ablakban van egy sötét kezelő felület es rajta egy új kapcsolat gomb zöld háttérrel .Arra kattintva lehet bevinni email név es telefonszámot ezeket lehet torolni illetve módosítani a program egyszerű praktikus igaz sokak szerint nincs haszna de alkotáskor ez vált remek ötletté hogy a nosztalgia hangulat es a régi alkalmazások fussanak modern Windowson is</a:t>
            </a:r>
          </a:p>
        </p:txBody>
      </p:sp>
    </p:spTree>
    <p:extLst>
      <p:ext uri="{BB962C8B-B14F-4D97-AF65-F5344CB8AC3E}">
        <p14:creationId xmlns:p14="http://schemas.microsoft.com/office/powerpoint/2010/main" val="9459180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002926F7-A008-4641-AFA6-76128AB8CD3C}"/>
              </a:ext>
            </a:extLst>
          </p:cNvPr>
          <p:cNvSpPr>
            <a:spLocks noGrp="1"/>
          </p:cNvSpPr>
          <p:nvPr>
            <p:ph type="title"/>
          </p:nvPr>
        </p:nvSpPr>
        <p:spPr/>
        <p:txBody>
          <a:bodyPr/>
          <a:lstStyle/>
          <a:p>
            <a:r>
              <a:rPr lang="hu-HU" dirty="0"/>
              <a:t>Miért hoztuk létre</a:t>
            </a:r>
          </a:p>
        </p:txBody>
      </p:sp>
      <p:sp>
        <p:nvSpPr>
          <p:cNvPr id="3" name="Tartalom helye 2">
            <a:extLst>
              <a:ext uri="{FF2B5EF4-FFF2-40B4-BE49-F238E27FC236}">
                <a16:creationId xmlns:a16="http://schemas.microsoft.com/office/drawing/2014/main" id="{96E9043E-082F-408D-ADEC-4D886ED0428E}"/>
              </a:ext>
            </a:extLst>
          </p:cNvPr>
          <p:cNvSpPr>
            <a:spLocks noGrp="1"/>
          </p:cNvSpPr>
          <p:nvPr>
            <p:ph idx="1"/>
          </p:nvPr>
        </p:nvSpPr>
        <p:spPr/>
        <p:txBody>
          <a:bodyPr/>
          <a:lstStyle/>
          <a:p>
            <a:r>
              <a:rPr lang="hu-HU" dirty="0"/>
              <a:t>A </a:t>
            </a:r>
            <a:r>
              <a:rPr lang="hu-HU" dirty="0" err="1"/>
              <a:t>classroom</a:t>
            </a:r>
            <a:r>
              <a:rPr lang="hu-HU" dirty="0"/>
              <a:t>-ban illetve a 12.02 tanórán láttam egy hasonló megoldást es ahogy írtam 05-én jött el a pillanat eme programra célunk ezt a programot majd fejleszteni es kiadni régi eszközökre es integrálni az operációs rendszerembe mint elem.</a:t>
            </a:r>
          </a:p>
        </p:txBody>
      </p:sp>
    </p:spTree>
    <p:extLst>
      <p:ext uri="{BB962C8B-B14F-4D97-AF65-F5344CB8AC3E}">
        <p14:creationId xmlns:p14="http://schemas.microsoft.com/office/powerpoint/2010/main" val="387539766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861BCCCC-E584-44EB-8824-F36E78766322}"/>
              </a:ext>
            </a:extLst>
          </p:cNvPr>
          <p:cNvSpPr>
            <a:spLocks noGrp="1"/>
          </p:cNvSpPr>
          <p:nvPr>
            <p:ph type="title"/>
          </p:nvPr>
        </p:nvSpPr>
        <p:spPr/>
        <p:txBody>
          <a:bodyPr/>
          <a:lstStyle/>
          <a:p>
            <a:r>
              <a:rPr lang="hu-HU" dirty="0"/>
              <a:t>Bővebb kifejtess</a:t>
            </a:r>
          </a:p>
        </p:txBody>
      </p:sp>
      <p:sp>
        <p:nvSpPr>
          <p:cNvPr id="3" name="Tartalom helye 2">
            <a:extLst>
              <a:ext uri="{FF2B5EF4-FFF2-40B4-BE49-F238E27FC236}">
                <a16:creationId xmlns:a16="http://schemas.microsoft.com/office/drawing/2014/main" id="{6E32F911-B1E5-41A0-B22E-F6FD2602BBF8}"/>
              </a:ext>
            </a:extLst>
          </p:cNvPr>
          <p:cNvSpPr>
            <a:spLocks noGrp="1"/>
          </p:cNvSpPr>
          <p:nvPr>
            <p:ph idx="1"/>
          </p:nvPr>
        </p:nvSpPr>
        <p:spPr/>
        <p:txBody>
          <a:bodyPr/>
          <a:lstStyle/>
          <a:p>
            <a:r>
              <a:rPr lang="hu-HU" dirty="0"/>
              <a:t>Maga a programban rengeteg volt a baj, a maui app egyezerűen szörnyű volt a kislaptopomnak és rengeteg volt a kompatibilitási baj nagy futtatás és sok háttérfolyamat és persze az állandó frissítések amik megnehezítettek a program elkészítését</a:t>
            </a:r>
          </a:p>
        </p:txBody>
      </p:sp>
    </p:spTree>
    <p:extLst>
      <p:ext uri="{BB962C8B-B14F-4D97-AF65-F5344CB8AC3E}">
        <p14:creationId xmlns:p14="http://schemas.microsoft.com/office/powerpoint/2010/main" val="2718604739"/>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FCCDC1F-DB34-4B7F-A739-2B0FA812CDB7}"/>
              </a:ext>
            </a:extLst>
          </p:cNvPr>
          <p:cNvSpPr>
            <a:spLocks noGrp="1"/>
          </p:cNvSpPr>
          <p:nvPr>
            <p:ph type="title"/>
          </p:nvPr>
        </p:nvSpPr>
        <p:spPr/>
        <p:txBody>
          <a:bodyPr/>
          <a:lstStyle/>
          <a:p>
            <a:r>
              <a:rPr lang="hu-HU" dirty="0"/>
              <a:t>Hibák</a:t>
            </a:r>
          </a:p>
        </p:txBody>
      </p:sp>
      <p:sp>
        <p:nvSpPr>
          <p:cNvPr id="3" name="Tartalom helye 2">
            <a:extLst>
              <a:ext uri="{FF2B5EF4-FFF2-40B4-BE49-F238E27FC236}">
                <a16:creationId xmlns:a16="http://schemas.microsoft.com/office/drawing/2014/main" id="{7C8BE894-E00E-4E72-994E-E88DACA69A8D}"/>
              </a:ext>
            </a:extLst>
          </p:cNvPr>
          <p:cNvSpPr>
            <a:spLocks noGrp="1"/>
          </p:cNvSpPr>
          <p:nvPr>
            <p:ph idx="1"/>
          </p:nvPr>
        </p:nvSpPr>
        <p:spPr/>
        <p:txBody>
          <a:bodyPr/>
          <a:lstStyle/>
          <a:p>
            <a:r>
              <a:rPr lang="hu-HU" dirty="0"/>
              <a:t>Elég sok volt. Mint írtuk a maui rengeteg erőforrást evett a gépen nekem szinte a 87% átlag cpu es 60% ram ment el csak a maui betöltésére es más oldalt sem tudtam megnyitni majd többször is összeomlott a progi hiába próbálkoztam a 9.0 csak rontott a 8.0 a sulis gépen nem volt baj az itthonin es társam gépen ismeretlen es furcsa kompatibilitás volt szakértők sem értettek. Tegnapi egy vs2026 frissítés akaratom ellenére töltetté le magát es a 8.0 maui progi meghalt nem lehetett futtatni csak 10.0 val ami meg inkább bosszantott minket.</a:t>
            </a:r>
          </a:p>
        </p:txBody>
      </p:sp>
    </p:spTree>
    <p:extLst>
      <p:ext uri="{BB962C8B-B14F-4D97-AF65-F5344CB8AC3E}">
        <p14:creationId xmlns:p14="http://schemas.microsoft.com/office/powerpoint/2010/main" val="1238208049"/>
      </p:ext>
    </p:extLst>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72A51451-EA6E-45F3-94D1-94D7E96F7117}"/>
              </a:ext>
            </a:extLst>
          </p:cNvPr>
          <p:cNvSpPr>
            <a:spLocks noGrp="1"/>
          </p:cNvSpPr>
          <p:nvPr>
            <p:ph type="title"/>
          </p:nvPr>
        </p:nvSpPr>
        <p:spPr/>
        <p:txBody>
          <a:bodyPr/>
          <a:lstStyle/>
          <a:p>
            <a:r>
              <a:rPr lang="hu-HU" dirty="0"/>
              <a:t>Tapasztalatink</a:t>
            </a:r>
          </a:p>
        </p:txBody>
      </p:sp>
      <p:sp>
        <p:nvSpPr>
          <p:cNvPr id="3" name="Tartalom helye 2">
            <a:extLst>
              <a:ext uri="{FF2B5EF4-FFF2-40B4-BE49-F238E27FC236}">
                <a16:creationId xmlns:a16="http://schemas.microsoft.com/office/drawing/2014/main" id="{4A42D6CD-52DD-44FA-97E4-E771B30CC8A6}"/>
              </a:ext>
            </a:extLst>
          </p:cNvPr>
          <p:cNvSpPr>
            <a:spLocks noGrp="1"/>
          </p:cNvSpPr>
          <p:nvPr>
            <p:ph idx="1"/>
          </p:nvPr>
        </p:nvSpPr>
        <p:spPr/>
        <p:txBody>
          <a:bodyPr/>
          <a:lstStyle/>
          <a:p>
            <a:r>
              <a:rPr lang="hu-HU" dirty="0"/>
              <a:t>Az előttiekhez íródott során engem maga a rendszer es ez a program követelményé okozta a bajt igyekeztünk mindent belerakni.</a:t>
            </a:r>
          </a:p>
        </p:txBody>
      </p:sp>
    </p:spTree>
    <p:extLst>
      <p:ext uri="{BB962C8B-B14F-4D97-AF65-F5344CB8AC3E}">
        <p14:creationId xmlns:p14="http://schemas.microsoft.com/office/powerpoint/2010/main" val="51511213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60F03CAC-E813-459C-9C6C-3E621E8155D2}"/>
              </a:ext>
            </a:extLst>
          </p:cNvPr>
          <p:cNvSpPr>
            <a:spLocks noGrp="1"/>
          </p:cNvSpPr>
          <p:nvPr>
            <p:ph type="title"/>
          </p:nvPr>
        </p:nvSpPr>
        <p:spPr/>
        <p:txBody>
          <a:bodyPr/>
          <a:lstStyle/>
          <a:p>
            <a:r>
              <a:rPr lang="hu-HU" dirty="0"/>
              <a:t>Bejezes</a:t>
            </a:r>
          </a:p>
        </p:txBody>
      </p:sp>
      <p:sp>
        <p:nvSpPr>
          <p:cNvPr id="3" name="Tartalom helye 2">
            <a:extLst>
              <a:ext uri="{FF2B5EF4-FFF2-40B4-BE49-F238E27FC236}">
                <a16:creationId xmlns:a16="http://schemas.microsoft.com/office/drawing/2014/main" id="{A4A9450B-DCDD-4A35-8AD6-7026FDBB4B12}"/>
              </a:ext>
            </a:extLst>
          </p:cNvPr>
          <p:cNvSpPr>
            <a:spLocks noGrp="1"/>
          </p:cNvSpPr>
          <p:nvPr>
            <p:ph idx="1"/>
          </p:nvPr>
        </p:nvSpPr>
        <p:spPr/>
        <p:txBody>
          <a:bodyPr/>
          <a:lstStyle/>
          <a:p>
            <a:r>
              <a:rPr lang="hu-HU" dirty="0"/>
              <a:t>Reméljük tetszeni fog es használni is fogjak</a:t>
            </a:r>
            <a:r>
              <a:rPr lang="hu-HU" dirty="0">
                <a:sym typeface="Wingdings" panose="05000000000000000000" pitchFamily="2" charset="2"/>
              </a:rPr>
              <a:t></a:t>
            </a:r>
            <a:endParaRPr lang="hu-HU" dirty="0"/>
          </a:p>
        </p:txBody>
      </p:sp>
    </p:spTree>
    <p:extLst>
      <p:ext uri="{BB962C8B-B14F-4D97-AF65-F5344CB8AC3E}">
        <p14:creationId xmlns:p14="http://schemas.microsoft.com/office/powerpoint/2010/main" val="1253700491"/>
      </p:ext>
    </p:extLst>
  </p:cSld>
  <p:clrMapOvr>
    <a:masterClrMapping/>
  </p:clrMapOvr>
  <p:transition spd="slow">
    <p:cover/>
  </p:transition>
</p:sld>
</file>

<file path=ppt/theme/theme1.xml><?xml version="1.0" encoding="utf-8"?>
<a:theme xmlns:a="http://schemas.openxmlformats.org/drawingml/2006/main" name="Dimenzió">
  <a:themeElements>
    <a:clrScheme name="Szürkeárnyalato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Dimenzió">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imenzió">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0</TotalTime>
  <Words>352</Words>
  <Application>Microsoft Office PowerPoint</Application>
  <PresentationFormat>Szélesvásznú</PresentationFormat>
  <Paragraphs>23</Paragraphs>
  <Slides>9</Slides>
  <Notes>0</Notes>
  <HiddenSlides>0</HiddenSlides>
  <MMClips>0</MMClips>
  <ScaleCrop>false</ScaleCrop>
  <HeadingPairs>
    <vt:vector size="6" baseType="variant">
      <vt:variant>
        <vt:lpstr>Használt betűtípusok</vt:lpstr>
      </vt:variant>
      <vt:variant>
        <vt:i4>4</vt:i4>
      </vt:variant>
      <vt:variant>
        <vt:lpstr>Téma</vt:lpstr>
      </vt:variant>
      <vt:variant>
        <vt:i4>1</vt:i4>
      </vt:variant>
      <vt:variant>
        <vt:lpstr>Diacímek</vt:lpstr>
      </vt:variant>
      <vt:variant>
        <vt:i4>9</vt:i4>
      </vt:variant>
    </vt:vector>
  </HeadingPairs>
  <TitlesOfParts>
    <vt:vector size="14" baseType="lpstr">
      <vt:lpstr>Arial</vt:lpstr>
      <vt:lpstr>Trebuchet MS</vt:lpstr>
      <vt:lpstr>Wingdings</vt:lpstr>
      <vt:lpstr>Wingdings 3</vt:lpstr>
      <vt:lpstr>Dimenzió</vt:lpstr>
      <vt:lpstr>Kapcsolati Alkalmazás</vt:lpstr>
      <vt:lpstr>Témák</vt:lpstr>
      <vt:lpstr>Mi is a szoftver?</vt:lpstr>
      <vt:lpstr>Hogyan működik?</vt:lpstr>
      <vt:lpstr>Miért hoztuk létre</vt:lpstr>
      <vt:lpstr>Bővebb kifejtess</vt:lpstr>
      <vt:lpstr>Hibák</vt:lpstr>
      <vt:lpstr>Tapasztalatink</vt:lpstr>
      <vt:lpstr>Bejezes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Kapcsolati ALkalmazás</dc:title>
  <dc:creator>. Petykosus</dc:creator>
  <cp:lastModifiedBy>Programozó</cp:lastModifiedBy>
  <cp:revision>3</cp:revision>
  <dcterms:created xsi:type="dcterms:W3CDTF">2025-12-14T21:47:07Z</dcterms:created>
  <dcterms:modified xsi:type="dcterms:W3CDTF">2025-12-15T07:04:30Z</dcterms:modified>
</cp:coreProperties>
</file>