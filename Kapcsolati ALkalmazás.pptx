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97270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709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7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71187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0204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396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1182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7449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78055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7880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6920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72754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17657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47433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11578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9011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475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F1192-88F1-4A84-B1DE-40B39580FAB6}" type="datetimeFigureOut">
              <a:rPr lang="hu-HU" smtClean="0"/>
              <a:t>2025. 12. 14.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FCEA0-4108-497B-AA09-3DC0A5DF65C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102206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FCEF8F-0FB5-48C5-9FB2-12B720C1C2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Kapcsolati </a:t>
            </a:r>
            <a:r>
              <a:rPr lang="hu-HU" dirty="0" err="1"/>
              <a:t>ALkalmazás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15C95B6-9397-4156-B831-BF64D8FD64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hu-HU" dirty="0" err="1"/>
              <a:t>FiguraPéter,Papp</a:t>
            </a:r>
            <a:r>
              <a:rPr lang="hu-HU" dirty="0"/>
              <a:t> Ádám</a:t>
            </a:r>
          </a:p>
        </p:txBody>
      </p:sp>
    </p:spTree>
    <p:extLst>
      <p:ext uri="{BB962C8B-B14F-4D97-AF65-F5344CB8AC3E}">
        <p14:creationId xmlns:p14="http://schemas.microsoft.com/office/powerpoint/2010/main" val="95092234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568373-96AA-4FBF-87A4-379B1C023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Témák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4B36E9B-0D0A-40F1-BB4E-E61479EC0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Mi is a szoftver</a:t>
            </a:r>
          </a:p>
          <a:p>
            <a:r>
              <a:rPr lang="hu-HU" dirty="0"/>
              <a:t>Hogyan </a:t>
            </a:r>
            <a:r>
              <a:rPr lang="hu-HU" dirty="0" err="1"/>
              <a:t>müködik</a:t>
            </a:r>
            <a:r>
              <a:rPr lang="hu-HU" dirty="0"/>
              <a:t>?</a:t>
            </a:r>
          </a:p>
          <a:p>
            <a:r>
              <a:rPr lang="hu-HU" dirty="0"/>
              <a:t>Miért ezt hoztuk létre?</a:t>
            </a:r>
          </a:p>
          <a:p>
            <a:r>
              <a:rPr lang="hu-HU" dirty="0"/>
              <a:t>Bővebb kifejtés</a:t>
            </a:r>
          </a:p>
          <a:p>
            <a:r>
              <a:rPr lang="hu-HU" dirty="0"/>
              <a:t>Befejezés</a:t>
            </a:r>
          </a:p>
        </p:txBody>
      </p:sp>
    </p:spTree>
    <p:extLst>
      <p:ext uri="{BB962C8B-B14F-4D97-AF65-F5344CB8AC3E}">
        <p14:creationId xmlns:p14="http://schemas.microsoft.com/office/powerpoint/2010/main" val="306158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D6013F-8975-44E3-B9AC-7E3376F16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 is a szoftver?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9BE5446-C0AF-4540-BF06-4D6767070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szoftver egy </a:t>
            </a:r>
            <a:r>
              <a:rPr lang="hu-HU" dirty="0" err="1"/>
              <a:t>androidos</a:t>
            </a:r>
            <a:r>
              <a:rPr lang="hu-HU" dirty="0"/>
              <a:t> alapú névjegyzék </a:t>
            </a:r>
            <a:r>
              <a:rPr lang="hu-HU" dirty="0" err="1"/>
              <a:t>lebutitott</a:t>
            </a:r>
            <a:r>
              <a:rPr lang="hu-HU" dirty="0"/>
              <a:t> változata. A program célja alap bevitel majd </a:t>
            </a:r>
            <a:r>
              <a:rPr lang="hu-HU" dirty="0" err="1"/>
              <a:t>modositások</a:t>
            </a:r>
            <a:r>
              <a:rPr lang="hu-HU" dirty="0"/>
              <a:t> parancsban GUI </a:t>
            </a:r>
            <a:r>
              <a:rPr lang="hu-HU" dirty="0" err="1"/>
              <a:t>felulten</a:t>
            </a:r>
            <a:r>
              <a:rPr lang="hu-HU" dirty="0"/>
              <a:t>.</a:t>
            </a:r>
          </a:p>
          <a:p>
            <a:r>
              <a:rPr lang="hu-HU" dirty="0"/>
              <a:t>Az ötlet pontosan 2025.12.05 kor </a:t>
            </a:r>
            <a:r>
              <a:rPr lang="hu-HU" dirty="0" err="1"/>
              <a:t>jott</a:t>
            </a:r>
            <a:r>
              <a:rPr lang="hu-HU" dirty="0"/>
              <a:t> ki amikor egy régi okostelefont hoztam helyre és ennek láttunk neki.</a:t>
            </a:r>
          </a:p>
        </p:txBody>
      </p:sp>
    </p:spTree>
    <p:extLst>
      <p:ext uri="{BB962C8B-B14F-4D97-AF65-F5344CB8AC3E}">
        <p14:creationId xmlns:p14="http://schemas.microsoft.com/office/powerpoint/2010/main" val="3130215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B4123C-4485-41B5-B759-39083B931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</a:t>
            </a:r>
            <a:r>
              <a:rPr lang="hu-HU" dirty="0" err="1"/>
              <a:t>mükodik</a:t>
            </a:r>
            <a:r>
              <a:rPr lang="hu-HU" dirty="0"/>
              <a:t>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6D6BB9-6C16-4941-BE2A-6A0E2B414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program net-8.0 vs2022 </a:t>
            </a:r>
            <a:r>
              <a:rPr lang="hu-HU" dirty="0" err="1"/>
              <a:t>ben</a:t>
            </a:r>
            <a:r>
              <a:rPr lang="hu-HU" dirty="0"/>
              <a:t> </a:t>
            </a:r>
            <a:r>
              <a:rPr lang="hu-HU" dirty="0" err="1"/>
              <a:t>irodott</a:t>
            </a:r>
            <a:r>
              <a:rPr lang="hu-HU" dirty="0"/>
              <a:t> dec 6 an delutan1300kor. A program lényege amikor elindul egy ablakban van egy </a:t>
            </a:r>
            <a:r>
              <a:rPr lang="hu-HU" dirty="0" err="1"/>
              <a:t>sotet</a:t>
            </a:r>
            <a:r>
              <a:rPr lang="hu-HU" dirty="0"/>
              <a:t> </a:t>
            </a:r>
            <a:r>
              <a:rPr lang="hu-HU" dirty="0" err="1"/>
              <a:t>kezelofelulet</a:t>
            </a:r>
            <a:r>
              <a:rPr lang="hu-HU" dirty="0"/>
              <a:t> es rajta egy </a:t>
            </a:r>
            <a:r>
              <a:rPr lang="hu-HU" dirty="0" err="1"/>
              <a:t>uj</a:t>
            </a:r>
            <a:r>
              <a:rPr lang="hu-HU" dirty="0"/>
              <a:t> kapcsolat gomb </a:t>
            </a:r>
            <a:r>
              <a:rPr lang="hu-HU" dirty="0" err="1"/>
              <a:t>zold</a:t>
            </a:r>
            <a:r>
              <a:rPr lang="hu-HU" dirty="0"/>
              <a:t> </a:t>
            </a:r>
            <a:r>
              <a:rPr lang="hu-HU" dirty="0" err="1"/>
              <a:t>hatterel.Arra</a:t>
            </a:r>
            <a:r>
              <a:rPr lang="hu-HU" dirty="0"/>
              <a:t> kattintva lehet bevinni email </a:t>
            </a:r>
            <a:r>
              <a:rPr lang="hu-HU" dirty="0" err="1"/>
              <a:t>nev</a:t>
            </a:r>
            <a:r>
              <a:rPr lang="hu-HU" dirty="0"/>
              <a:t> es </a:t>
            </a:r>
            <a:r>
              <a:rPr lang="hu-HU" dirty="0" err="1"/>
              <a:t>telefonszamot</a:t>
            </a:r>
            <a:r>
              <a:rPr lang="hu-HU" dirty="0"/>
              <a:t> ezeket lehet torolni illetve </a:t>
            </a:r>
            <a:r>
              <a:rPr lang="hu-HU" dirty="0" err="1"/>
              <a:t>modositani</a:t>
            </a:r>
            <a:r>
              <a:rPr lang="hu-HU" dirty="0"/>
              <a:t> a program </a:t>
            </a:r>
            <a:r>
              <a:rPr lang="hu-HU" dirty="0" err="1"/>
              <a:t>egyszeru</a:t>
            </a:r>
            <a:r>
              <a:rPr lang="hu-HU" dirty="0"/>
              <a:t> praktikus igaz sokak szerint nincs haszna de alkotáskor ez vált remek ötletté hogy a nosztalgia hangulat es a régi alkalmazások fussanak modern </a:t>
            </a:r>
            <a:r>
              <a:rPr lang="hu-HU" dirty="0" err="1"/>
              <a:t>windowson</a:t>
            </a:r>
            <a:r>
              <a:rPr lang="hu-HU" dirty="0"/>
              <a:t> is</a:t>
            </a:r>
          </a:p>
        </p:txBody>
      </p:sp>
    </p:spTree>
    <p:extLst>
      <p:ext uri="{BB962C8B-B14F-4D97-AF65-F5344CB8AC3E}">
        <p14:creationId xmlns:p14="http://schemas.microsoft.com/office/powerpoint/2010/main" val="945918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2926F7-A008-4641-AFA6-76128AB8C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hoztuk létre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6E9043E-082F-408D-ADEC-4D886ED04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classroomban</a:t>
            </a:r>
            <a:r>
              <a:rPr lang="hu-HU" dirty="0"/>
              <a:t> illetve a 12.02 </a:t>
            </a:r>
            <a:r>
              <a:rPr lang="hu-HU" dirty="0" err="1"/>
              <a:t>tanoran</a:t>
            </a:r>
            <a:r>
              <a:rPr lang="hu-HU" dirty="0"/>
              <a:t> lattam egy </a:t>
            </a:r>
            <a:r>
              <a:rPr lang="hu-HU" dirty="0" err="1"/>
              <a:t>hasonlo</a:t>
            </a:r>
            <a:r>
              <a:rPr lang="hu-HU" dirty="0"/>
              <a:t> bar kicsit </a:t>
            </a:r>
            <a:r>
              <a:rPr lang="hu-HU" dirty="0" err="1"/>
              <a:t>bena</a:t>
            </a:r>
            <a:r>
              <a:rPr lang="hu-HU" dirty="0"/>
              <a:t> </a:t>
            </a:r>
            <a:r>
              <a:rPr lang="hu-HU" dirty="0" err="1"/>
              <a:t>megoldast</a:t>
            </a:r>
            <a:r>
              <a:rPr lang="hu-HU" dirty="0"/>
              <a:t> es ahogy </a:t>
            </a:r>
            <a:r>
              <a:rPr lang="hu-HU" dirty="0" err="1"/>
              <a:t>irtam</a:t>
            </a:r>
            <a:r>
              <a:rPr lang="hu-HU" dirty="0"/>
              <a:t> 05 </a:t>
            </a:r>
            <a:r>
              <a:rPr lang="hu-HU" dirty="0" err="1"/>
              <a:t>en</a:t>
            </a:r>
            <a:r>
              <a:rPr lang="hu-HU" dirty="0"/>
              <a:t> </a:t>
            </a:r>
            <a:r>
              <a:rPr lang="hu-HU" dirty="0" err="1"/>
              <a:t>jott</a:t>
            </a:r>
            <a:r>
              <a:rPr lang="hu-HU" dirty="0"/>
              <a:t> el a pillanat eme programra </a:t>
            </a:r>
            <a:r>
              <a:rPr lang="hu-HU" dirty="0" err="1"/>
              <a:t>celom</a:t>
            </a:r>
            <a:r>
              <a:rPr lang="hu-HU" dirty="0"/>
              <a:t> ezt a  programot majd fejleszteni es kiadni </a:t>
            </a:r>
            <a:r>
              <a:rPr lang="hu-HU" dirty="0" err="1"/>
              <a:t>regi</a:t>
            </a:r>
            <a:r>
              <a:rPr lang="hu-HU" dirty="0"/>
              <a:t> </a:t>
            </a:r>
            <a:r>
              <a:rPr lang="hu-HU" dirty="0" err="1"/>
              <a:t>eszkozokre</a:t>
            </a:r>
            <a:r>
              <a:rPr lang="hu-HU" dirty="0"/>
              <a:t> es </a:t>
            </a:r>
            <a:r>
              <a:rPr lang="hu-HU" dirty="0" err="1"/>
              <a:t>integralni</a:t>
            </a:r>
            <a:r>
              <a:rPr lang="hu-HU" dirty="0"/>
              <a:t> az </a:t>
            </a:r>
            <a:r>
              <a:rPr lang="hu-HU" dirty="0" err="1"/>
              <a:t>operacios</a:t>
            </a:r>
            <a:r>
              <a:rPr lang="hu-HU" dirty="0"/>
              <a:t> rendszerembe mint elem.</a:t>
            </a:r>
          </a:p>
        </p:txBody>
      </p:sp>
    </p:spTree>
    <p:extLst>
      <p:ext uri="{BB962C8B-B14F-4D97-AF65-F5344CB8AC3E}">
        <p14:creationId xmlns:p14="http://schemas.microsoft.com/office/powerpoint/2010/main" val="387539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1BCCCC-E584-44EB-8824-F36E78766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Bövebb</a:t>
            </a:r>
            <a:r>
              <a:rPr lang="hu-HU" dirty="0"/>
              <a:t> </a:t>
            </a:r>
            <a:r>
              <a:rPr lang="hu-HU" dirty="0" err="1"/>
              <a:t>kifejtes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32F911-B1E5-41A0-B22E-F6FD2602B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Maga a programban rengeteg volt a baj, a </a:t>
            </a:r>
            <a:r>
              <a:rPr lang="hu-HU" dirty="0" err="1"/>
              <a:t>maui</a:t>
            </a:r>
            <a:r>
              <a:rPr lang="hu-HU" dirty="0"/>
              <a:t> app </a:t>
            </a:r>
            <a:r>
              <a:rPr lang="hu-HU" dirty="0" err="1"/>
              <a:t>egyeszeruen</a:t>
            </a:r>
            <a:r>
              <a:rPr lang="hu-HU" dirty="0"/>
              <a:t> </a:t>
            </a:r>
            <a:r>
              <a:rPr lang="hu-HU" dirty="0" err="1"/>
              <a:t>szornyu</a:t>
            </a:r>
            <a:r>
              <a:rPr lang="hu-HU" dirty="0"/>
              <a:t> volt a kislaptopomnak és rengeteg volt a </a:t>
            </a:r>
            <a:r>
              <a:rPr lang="hu-HU" dirty="0" err="1"/>
              <a:t>kompatiblitasi</a:t>
            </a:r>
            <a:r>
              <a:rPr lang="hu-HU" dirty="0"/>
              <a:t> baj nagy futtatás és sok háttérfolyamat és persze az </a:t>
            </a:r>
            <a:r>
              <a:rPr lang="hu-HU" dirty="0" err="1"/>
              <a:t>állando</a:t>
            </a:r>
            <a:r>
              <a:rPr lang="hu-HU" dirty="0"/>
              <a:t> </a:t>
            </a:r>
            <a:r>
              <a:rPr lang="hu-HU" dirty="0" err="1"/>
              <a:t>frissitesek</a:t>
            </a:r>
            <a:r>
              <a:rPr lang="hu-HU" dirty="0"/>
              <a:t> amik </a:t>
            </a:r>
            <a:r>
              <a:rPr lang="hu-HU" dirty="0" err="1"/>
              <a:t>megnehezitették</a:t>
            </a:r>
            <a:r>
              <a:rPr lang="hu-HU" dirty="0"/>
              <a:t> a program </a:t>
            </a:r>
            <a:r>
              <a:rPr lang="hu-HU" dirty="0" err="1"/>
              <a:t>elkesziteset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18604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CCDC1F-DB34-4B7F-A739-2B0FA812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Hibak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8BE894-E00E-4E72-994E-E88DACA69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Elég sok volt. Mint </a:t>
            </a:r>
            <a:r>
              <a:rPr lang="hu-HU" dirty="0" err="1"/>
              <a:t>irtuk</a:t>
            </a:r>
            <a:r>
              <a:rPr lang="hu-HU" dirty="0"/>
              <a:t> a </a:t>
            </a:r>
            <a:r>
              <a:rPr lang="hu-HU" dirty="0" err="1"/>
              <a:t>maui</a:t>
            </a:r>
            <a:r>
              <a:rPr lang="hu-HU" dirty="0"/>
              <a:t> rengeteg erőforrást evett a gépen nekem szinte a 87% </a:t>
            </a:r>
            <a:r>
              <a:rPr lang="hu-HU" dirty="0" err="1"/>
              <a:t>atlag</a:t>
            </a:r>
            <a:r>
              <a:rPr lang="hu-HU" dirty="0"/>
              <a:t> </a:t>
            </a:r>
            <a:r>
              <a:rPr lang="hu-HU" dirty="0" err="1"/>
              <a:t>cpu</a:t>
            </a:r>
            <a:r>
              <a:rPr lang="hu-HU" dirty="0"/>
              <a:t> es 60% ram ment el csak a </a:t>
            </a:r>
            <a:r>
              <a:rPr lang="hu-HU" dirty="0" err="1"/>
              <a:t>maui</a:t>
            </a:r>
            <a:r>
              <a:rPr lang="hu-HU" dirty="0"/>
              <a:t> </a:t>
            </a:r>
            <a:r>
              <a:rPr lang="hu-HU" dirty="0" err="1"/>
              <a:t>betoltesere</a:t>
            </a:r>
            <a:r>
              <a:rPr lang="hu-HU" dirty="0"/>
              <a:t> es </a:t>
            </a:r>
            <a:r>
              <a:rPr lang="hu-HU" dirty="0" err="1"/>
              <a:t>mas</a:t>
            </a:r>
            <a:r>
              <a:rPr lang="hu-HU" dirty="0"/>
              <a:t> oldalt sem tudtam megnyitni majd </a:t>
            </a:r>
            <a:r>
              <a:rPr lang="hu-HU" dirty="0" err="1"/>
              <a:t>tobbszor</a:t>
            </a:r>
            <a:r>
              <a:rPr lang="hu-HU" dirty="0"/>
              <a:t> is </a:t>
            </a:r>
            <a:r>
              <a:rPr lang="hu-HU" dirty="0" err="1"/>
              <a:t>osszeomlott</a:t>
            </a:r>
            <a:r>
              <a:rPr lang="hu-HU" dirty="0"/>
              <a:t> a </a:t>
            </a:r>
            <a:r>
              <a:rPr lang="hu-HU" dirty="0" err="1"/>
              <a:t>progi</a:t>
            </a:r>
            <a:r>
              <a:rPr lang="hu-HU" dirty="0"/>
              <a:t> </a:t>
            </a:r>
            <a:r>
              <a:rPr lang="hu-HU" dirty="0" err="1"/>
              <a:t>hiaba</a:t>
            </a:r>
            <a:r>
              <a:rPr lang="hu-HU" dirty="0"/>
              <a:t> </a:t>
            </a:r>
            <a:r>
              <a:rPr lang="hu-HU" dirty="0" err="1"/>
              <a:t>probalkoztam</a:t>
            </a:r>
            <a:r>
              <a:rPr lang="hu-HU" dirty="0"/>
              <a:t> a 9.0 csak rontott a 8.0 a sulis </a:t>
            </a:r>
            <a:r>
              <a:rPr lang="hu-HU" dirty="0" err="1"/>
              <a:t>gepen</a:t>
            </a:r>
            <a:r>
              <a:rPr lang="hu-HU" dirty="0"/>
              <a:t> nem volt baj az itthonin es </a:t>
            </a:r>
            <a:r>
              <a:rPr lang="hu-HU" dirty="0" err="1"/>
              <a:t>tarsam</a:t>
            </a:r>
            <a:r>
              <a:rPr lang="hu-HU" dirty="0"/>
              <a:t> </a:t>
            </a:r>
            <a:r>
              <a:rPr lang="hu-HU" dirty="0" err="1"/>
              <a:t>gepen</a:t>
            </a:r>
            <a:r>
              <a:rPr lang="hu-HU" dirty="0"/>
              <a:t> ismeretlen es furcsa </a:t>
            </a:r>
            <a:r>
              <a:rPr lang="hu-HU" dirty="0" err="1"/>
              <a:t>kompatibilitas</a:t>
            </a:r>
            <a:r>
              <a:rPr lang="hu-HU" dirty="0"/>
              <a:t> volt </a:t>
            </a:r>
            <a:r>
              <a:rPr lang="hu-HU" dirty="0" err="1"/>
              <a:t>szakertok</a:t>
            </a:r>
            <a:r>
              <a:rPr lang="hu-HU" dirty="0"/>
              <a:t> sem </a:t>
            </a:r>
            <a:r>
              <a:rPr lang="hu-HU" dirty="0" err="1"/>
              <a:t>értettek.tegnapi</a:t>
            </a:r>
            <a:r>
              <a:rPr lang="hu-HU" dirty="0"/>
              <a:t> egy vs2026 </a:t>
            </a:r>
            <a:r>
              <a:rPr lang="hu-HU" dirty="0" err="1"/>
              <a:t>frissites</a:t>
            </a:r>
            <a:r>
              <a:rPr lang="hu-HU" dirty="0"/>
              <a:t> akaratom </a:t>
            </a:r>
            <a:r>
              <a:rPr lang="hu-HU" dirty="0" err="1"/>
              <a:t>ellenere</a:t>
            </a:r>
            <a:r>
              <a:rPr lang="hu-HU" dirty="0"/>
              <a:t> </a:t>
            </a:r>
            <a:r>
              <a:rPr lang="hu-HU" dirty="0" err="1"/>
              <a:t>toltette</a:t>
            </a:r>
            <a:r>
              <a:rPr lang="hu-HU" dirty="0"/>
              <a:t> le </a:t>
            </a:r>
            <a:r>
              <a:rPr lang="hu-HU" dirty="0" err="1"/>
              <a:t>magat</a:t>
            </a:r>
            <a:r>
              <a:rPr lang="hu-HU" dirty="0"/>
              <a:t> es a 8.0 </a:t>
            </a:r>
            <a:r>
              <a:rPr lang="hu-HU" dirty="0" err="1"/>
              <a:t>maui</a:t>
            </a:r>
            <a:r>
              <a:rPr lang="hu-HU" dirty="0"/>
              <a:t> </a:t>
            </a:r>
            <a:r>
              <a:rPr lang="hu-HU" dirty="0" err="1"/>
              <a:t>progi</a:t>
            </a:r>
            <a:r>
              <a:rPr lang="hu-HU" dirty="0"/>
              <a:t> meghalt nem lehetett futtatni csak 10.0 </a:t>
            </a:r>
            <a:r>
              <a:rPr lang="hu-HU" dirty="0" err="1"/>
              <a:t>val</a:t>
            </a:r>
            <a:r>
              <a:rPr lang="hu-HU" dirty="0"/>
              <a:t> ami </a:t>
            </a:r>
            <a:r>
              <a:rPr lang="hu-HU" dirty="0" err="1"/>
              <a:t>méginkább</a:t>
            </a:r>
            <a:r>
              <a:rPr lang="hu-HU" dirty="0"/>
              <a:t> bosszantott minket.</a:t>
            </a:r>
          </a:p>
        </p:txBody>
      </p:sp>
    </p:spTree>
    <p:extLst>
      <p:ext uri="{BB962C8B-B14F-4D97-AF65-F5344CB8AC3E}">
        <p14:creationId xmlns:p14="http://schemas.microsoft.com/office/powerpoint/2010/main" val="1238208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A51451-EA6E-45F3-94D1-94D7E96F7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Tapasztalaink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A42D6CD-52DD-44FA-97E4-E771B30CC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</a:t>
            </a:r>
            <a:r>
              <a:rPr lang="hu-HU" dirty="0" err="1"/>
              <a:t>elottekhez</a:t>
            </a:r>
            <a:r>
              <a:rPr lang="hu-HU" dirty="0"/>
              <a:t> </a:t>
            </a:r>
            <a:r>
              <a:rPr lang="hu-HU" dirty="0" err="1"/>
              <a:t>irodott</a:t>
            </a:r>
            <a:r>
              <a:rPr lang="hu-HU" dirty="0"/>
              <a:t> </a:t>
            </a:r>
            <a:r>
              <a:rPr lang="hu-HU" dirty="0" err="1"/>
              <a:t>soran</a:t>
            </a:r>
            <a:r>
              <a:rPr lang="hu-HU" dirty="0"/>
              <a:t> engem maga a rendszer es ez a program </a:t>
            </a:r>
            <a:r>
              <a:rPr lang="hu-HU" dirty="0" err="1"/>
              <a:t>kovetelmenye</a:t>
            </a:r>
            <a:r>
              <a:rPr lang="hu-HU" dirty="0"/>
              <a:t> okozta a bajt </a:t>
            </a:r>
            <a:r>
              <a:rPr lang="hu-HU" dirty="0" err="1"/>
              <a:t>igyekesztunk</a:t>
            </a:r>
            <a:r>
              <a:rPr lang="hu-HU" dirty="0"/>
              <a:t> mindent belerakni.</a:t>
            </a:r>
          </a:p>
        </p:txBody>
      </p:sp>
    </p:spTree>
    <p:extLst>
      <p:ext uri="{BB962C8B-B14F-4D97-AF65-F5344CB8AC3E}">
        <p14:creationId xmlns:p14="http://schemas.microsoft.com/office/powerpoint/2010/main" val="515112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F03CAC-E813-459C-9C6C-3E621E815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Bejezes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A9450B-DCDD-4A35-8AD6-7026FDBB4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Remeljuk</a:t>
            </a:r>
            <a:r>
              <a:rPr lang="hu-HU" dirty="0"/>
              <a:t> tetszeni fog es </a:t>
            </a:r>
            <a:r>
              <a:rPr lang="hu-HU" dirty="0" err="1"/>
              <a:t>hasznalni</a:t>
            </a:r>
            <a:r>
              <a:rPr lang="hu-HU" dirty="0"/>
              <a:t> is fogjak</a:t>
            </a:r>
            <a:r>
              <a:rPr lang="hu-HU" dirty="0">
                <a:sym typeface="Wingdings" panose="05000000000000000000" pitchFamily="2" charset="2"/>
              </a:rPr>
              <a:t>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53700491"/>
      </p:ext>
    </p:extLst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Kondenzcsík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Kondenzcsík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denzcsík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TM04033937[[fn=Kondenzcsík]]</Template>
  <TotalTime>7</TotalTime>
  <Words>350</Words>
  <Application>Microsoft Office PowerPoint</Application>
  <PresentationFormat>Szélesvásznú</PresentationFormat>
  <Paragraphs>23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Kondenzcsík</vt:lpstr>
      <vt:lpstr>Kapcsolati ALkalmazás</vt:lpstr>
      <vt:lpstr>Témák</vt:lpstr>
      <vt:lpstr>Mi is a szoftver?</vt:lpstr>
      <vt:lpstr>Hogyan mükodik?</vt:lpstr>
      <vt:lpstr>Miért hoztuk létre</vt:lpstr>
      <vt:lpstr>Bövebb kifejtes</vt:lpstr>
      <vt:lpstr>Hibak</vt:lpstr>
      <vt:lpstr>Tapasztalaink</vt:lpstr>
      <vt:lpstr>Bejezes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Kapcsolati ALkalmazás</dc:title>
  <dc:creator>. Petykosus</dc:creator>
  <cp:lastModifiedBy>. Petykosus</cp:lastModifiedBy>
  <cp:revision>2</cp:revision>
  <dcterms:created xsi:type="dcterms:W3CDTF">2025-12-14T21:47:07Z</dcterms:created>
  <dcterms:modified xsi:type="dcterms:W3CDTF">2025-12-14T21:55:01Z</dcterms:modified>
</cp:coreProperties>
</file>